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venom8814/MyCollec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Коллекции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 </a:t>
            </a:r>
            <a:r>
              <a:rPr lang="ru-RU" dirty="0" smtClean="0"/>
              <a:t>Колесов Илья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415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8865" y="1783586"/>
            <a:ext cx="8911687" cy="1280890"/>
          </a:xfrm>
        </p:spPr>
        <p:txBody>
          <a:bodyPr/>
          <a:lstStyle/>
          <a:p>
            <a:r>
              <a:rPr lang="ru-RU" b="1" dirty="0"/>
              <a:t>Цель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68865" y="3237470"/>
            <a:ext cx="8828432" cy="1268627"/>
          </a:xfrm>
        </p:spPr>
        <p:txBody>
          <a:bodyPr/>
          <a:lstStyle/>
          <a:p>
            <a:r>
              <a:rPr lang="ru-RU" dirty="0"/>
              <a:t>Основная задача — создать удобное и простое приложение, которое поможет пользователю хранить, просматривать и управлять списком собранных предметов.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168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функции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Просмотр списка всех элементов коллекции в реальном времени</a:t>
            </a:r>
          </a:p>
          <a:p>
            <a:r>
              <a:rPr lang="ru-RU" dirty="0"/>
              <a:t>Добавление новых объектов с указанием названия, описания и даты добавления</a:t>
            </a:r>
          </a:p>
          <a:p>
            <a:r>
              <a:rPr lang="ru-RU" dirty="0"/>
              <a:t>Удаление ненужных элементов</a:t>
            </a:r>
          </a:p>
          <a:p>
            <a:r>
              <a:rPr lang="ru-RU" dirty="0"/>
              <a:t>Интуитивный интерфейс в минималистичном </a:t>
            </a:r>
            <a:r>
              <a:rPr lang="ru-RU" dirty="0" smtClean="0"/>
              <a:t>стиле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0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Технологический стек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Язык:</a:t>
            </a:r>
            <a:r>
              <a:rPr lang="ru-RU" dirty="0"/>
              <a:t> </a:t>
            </a:r>
            <a:r>
              <a:rPr lang="en-US" dirty="0"/>
              <a:t>Java</a:t>
            </a:r>
          </a:p>
          <a:p>
            <a:r>
              <a:rPr lang="ru-RU" b="1" dirty="0"/>
              <a:t>Инструменты разработки:</a:t>
            </a:r>
            <a:r>
              <a:rPr lang="ru-RU" dirty="0"/>
              <a:t> </a:t>
            </a:r>
            <a:r>
              <a:rPr lang="en-US" dirty="0"/>
              <a:t>Android Studio</a:t>
            </a:r>
          </a:p>
          <a:p>
            <a:r>
              <a:rPr lang="ru-RU" b="1" dirty="0"/>
              <a:t>База данных:</a:t>
            </a:r>
            <a:r>
              <a:rPr lang="ru-RU" dirty="0"/>
              <a:t> </a:t>
            </a:r>
            <a:r>
              <a:rPr lang="en-US" dirty="0"/>
              <a:t>SQLite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815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4428" y="138077"/>
            <a:ext cx="8911687" cy="1280890"/>
          </a:xfrm>
        </p:spPr>
        <p:txBody>
          <a:bodyPr/>
          <a:lstStyle/>
          <a:p>
            <a:r>
              <a:rPr lang="ru-RU" dirty="0" smtClean="0"/>
              <a:t>Экран приложения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741" y="778522"/>
            <a:ext cx="3647409" cy="607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4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2" y="1190461"/>
            <a:ext cx="8911687" cy="1280890"/>
          </a:xfrm>
        </p:spPr>
        <p:txBody>
          <a:bodyPr/>
          <a:lstStyle/>
          <a:p>
            <a:r>
              <a:rPr lang="ru-RU" b="1" dirty="0"/>
              <a:t>Итоги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2471351"/>
            <a:ext cx="8915400" cy="3777622"/>
          </a:xfrm>
        </p:spPr>
        <p:txBody>
          <a:bodyPr/>
          <a:lstStyle/>
          <a:p>
            <a:r>
              <a:rPr lang="ru-RU" dirty="0"/>
              <a:t>Проект был выполнен с учетом всех современных требований к мобильным приложениям, обеспечивая удобство использования и стабильность работы.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948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89212" y="1563223"/>
            <a:ext cx="8911687" cy="1280890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49169" y="2537255"/>
            <a:ext cx="8915400" cy="3777622"/>
          </a:xfrm>
        </p:spPr>
        <p:txBody>
          <a:bodyPr/>
          <a:lstStyle/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r>
              <a:rPr lang="en-US" dirty="0" smtClean="0"/>
              <a:t>: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err="1" smtClean="0">
                <a:hlinkClick r:id="rId2"/>
              </a:rPr>
              <a:t>github.com</a:t>
            </a:r>
            <a:r>
              <a:rPr lang="en-US" dirty="0" smtClean="0">
                <a:hlinkClick r:id="rId2"/>
              </a:rPr>
              <a:t>/</a:t>
            </a:r>
            <a:r>
              <a:rPr lang="en-US" dirty="0" err="1" smtClean="0">
                <a:hlinkClick r:id="rId2"/>
              </a:rPr>
              <a:t>venom8814</a:t>
            </a:r>
            <a:r>
              <a:rPr lang="en-US" dirty="0" smtClean="0">
                <a:hlinkClick r:id="rId2"/>
              </a:rPr>
              <a:t>/</a:t>
            </a:r>
            <a:r>
              <a:rPr lang="en-US" dirty="0" err="1" smtClean="0">
                <a:hlinkClick r:id="rId2"/>
              </a:rPr>
              <a:t>MyCollections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070941"/>
            <a:ext cx="3017108" cy="301710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035673"/>
            <a:ext cx="3087644" cy="308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6410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94</Words>
  <Application>Microsoft Office PowerPoint</Application>
  <PresentationFormat>Широкоэкранный</PresentationFormat>
  <Paragraphs>18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Легкий дым</vt:lpstr>
      <vt:lpstr>Коллекции</vt:lpstr>
      <vt:lpstr>Цель проекта </vt:lpstr>
      <vt:lpstr>Основные функции </vt:lpstr>
      <vt:lpstr>Технологический стек </vt:lpstr>
      <vt:lpstr>Экран приложения</vt:lpstr>
      <vt:lpstr>Итоги </vt:lpstr>
      <vt:lpstr>Спасибо за внимание!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Коллекции</dc:title>
  <dc:creator>RePack by Diakov</dc:creator>
  <cp:lastModifiedBy>RePack by Diakov</cp:lastModifiedBy>
  <cp:revision>2</cp:revision>
  <dcterms:created xsi:type="dcterms:W3CDTF">2026-04-17T20:08:16Z</dcterms:created>
  <dcterms:modified xsi:type="dcterms:W3CDTF">2026-04-17T20:24:55Z</dcterms:modified>
</cp:coreProperties>
</file>